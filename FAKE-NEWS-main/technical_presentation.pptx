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Raleway" pitchFamily="2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246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20995" y="3760410"/>
            <a:ext cx="91884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b="1" spc="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– powered Fake news detection</a:t>
            </a:r>
            <a:endParaRPr lang="en-US" sz="5400" b="1" spc="3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ADEA7D-7CEB-AB83-7FC3-B5425859D301}"/>
              </a:ext>
            </a:extLst>
          </p:cNvPr>
          <p:cNvSpPr/>
          <p:nvPr/>
        </p:nvSpPr>
        <p:spPr>
          <a:xfrm>
            <a:off x="12790714" y="7663543"/>
            <a:ext cx="1839686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0941"/>
            <a:ext cx="65509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The Misinformation Crisis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31958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6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6×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55420" y="4351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Spread Speed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35893" y="331958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6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70%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897523" y="4351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Blind Trust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77995" y="331958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66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0</a:t>
            </a:r>
            <a:endParaRPr lang="en-US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339626" y="43513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Claim-Level Tools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A46ABD-114B-B531-129E-7FCB4DE3C839}"/>
              </a:ext>
            </a:extLst>
          </p:cNvPr>
          <p:cNvSpPr/>
          <p:nvPr/>
        </p:nvSpPr>
        <p:spPr>
          <a:xfrm>
            <a:off x="12790714" y="7663543"/>
            <a:ext cx="1839686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036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Our Solution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727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Four-stage</a:t>
            </a:r>
            <a:r>
              <a:rPr lang="en-US" sz="2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pipeline delivering per-claim credibility scores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20604" y="33588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Claim Splitter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0604" y="3849254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Breaks articles into verifiable sub-claims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542014" y="33588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NER Engine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542014" y="3849254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Extracts entities from each claim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020604" y="55730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Multi-API Verify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020604" y="6063459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Queries 3 trusted source types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542014" y="55730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Score Report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542014" y="6063459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Per-claim verdict + total credibility score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31C420-12C8-2A9C-3AD0-FCE037A7B76D}"/>
              </a:ext>
            </a:extLst>
          </p:cNvPr>
          <p:cNvSpPr/>
          <p:nvPr/>
        </p:nvSpPr>
        <p:spPr>
          <a:xfrm>
            <a:off x="12790714" y="7663543"/>
            <a:ext cx="1839686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30" y="7088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System Architecture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4FCCA7-DA49-B7B0-FE7D-BB699E6944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79"/>
          <a:stretch>
            <a:fillRect/>
          </a:stretch>
        </p:blipFill>
        <p:spPr>
          <a:xfrm>
            <a:off x="1235992" y="1417617"/>
            <a:ext cx="12158416" cy="679112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16D8882-C0EF-C71D-FB71-0274745C8FAB}"/>
              </a:ext>
            </a:extLst>
          </p:cNvPr>
          <p:cNvSpPr/>
          <p:nvPr/>
        </p:nvSpPr>
        <p:spPr>
          <a:xfrm>
            <a:off x="12790714" y="7652657"/>
            <a:ext cx="1839686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04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Sample Output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2524" y="30941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Claim 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2524" y="3584615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"PM announced a package"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2524" y="4083606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LIKELY TRUE</a:t>
            </a: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[0.72]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65696" y="30941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Claim 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65696" y="3584615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"Package worth ₹5000 Cr"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65696" y="4083606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UNVERIFIED</a:t>
            </a: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[0.41]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88868" y="30941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Claim 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88868" y="3584615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"Announced on March 10"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988868" y="4083606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SUSPICIOUS</a:t>
            </a: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 [0.29]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42524" y="5242441"/>
            <a:ext cx="606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Overall: 47% Credibility → LIKELY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MISLEADING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0198B5-BF1D-CB36-0ACD-13D2FD442CA2}"/>
              </a:ext>
            </a:extLst>
          </p:cNvPr>
          <p:cNvSpPr/>
          <p:nvPr/>
        </p:nvSpPr>
        <p:spPr>
          <a:xfrm>
            <a:off x="12790714" y="7663543"/>
            <a:ext cx="1839686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6553"/>
            <a:ext cx="66330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Advantages &amp; Limitations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25161" y="30987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Strengths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158853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Granular claim-level analysis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Real-time processing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Multi-source scoring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Transparent reasoning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30892" y="30987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Constraints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4158853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API rate limit dependencies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Context-irony blind spots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Limited non-English support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8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Not all claims verifiable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9FF7FD-09EA-5A71-05C4-BF0112D9C78C}"/>
              </a:ext>
            </a:extLst>
          </p:cNvPr>
          <p:cNvSpPr/>
          <p:nvPr/>
        </p:nvSpPr>
        <p:spPr>
          <a:xfrm>
            <a:off x="12790714" y="7663543"/>
            <a:ext cx="1839686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3180" y="3596384"/>
            <a:ext cx="11224039" cy="51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8000" b="1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THANK YOU</a:t>
            </a:r>
          </a:p>
          <a:p>
            <a:pPr marL="0" indent="0" algn="l">
              <a:lnSpc>
                <a:spcPts val="5550"/>
              </a:lnSpc>
              <a:buNone/>
            </a:pPr>
            <a:endParaRPr lang="en-US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FCB736-92FB-BF5D-5A23-BA65F55A8503}"/>
              </a:ext>
            </a:extLst>
          </p:cNvPr>
          <p:cNvSpPr/>
          <p:nvPr/>
        </p:nvSpPr>
        <p:spPr>
          <a:xfrm>
            <a:off x="12790714" y="7663543"/>
            <a:ext cx="1839686" cy="5660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144</Words>
  <Application>Microsoft Office PowerPoint</Application>
  <PresentationFormat>Custom</PresentationFormat>
  <Paragraphs>49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Times New Roman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Vishwajith G S</dc:creator>
  <cp:lastModifiedBy>Vishwajith G S</cp:lastModifiedBy>
  <cp:revision>4</cp:revision>
  <dcterms:created xsi:type="dcterms:W3CDTF">2026-03-22T10:29:25Z</dcterms:created>
  <dcterms:modified xsi:type="dcterms:W3CDTF">2026-04-01T14:37:00Z</dcterms:modified>
</cp:coreProperties>
</file>